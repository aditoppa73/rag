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608" y="6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10728655" cy="52120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Segoe UI"/>
              </a:defRPr>
            </a:pPr>
            <a:r>
              <a:t>PROGETTO ENTERPRISE • 100% LOCALE &amp; PRIVACY-FIRST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0F6FC"/>
                </a:solidFill>
                <a:latin typeface="Segoe UI"/>
              </a:defRPr>
            </a:pPr>
            <a:r>
              <a:t>Local Multimodal RAG &amp; Knowledge Graph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B949E"/>
                </a:solidFill>
                <a:latin typeface="Segoe UI"/>
              </a:defRPr>
            </a:pPr>
            <a:r>
              <a:t>Ingestion documentale ricorsiva, embedding su GPU NVIDIA (EmbeddingGemma-2) e navigazione a grafo Obsidian.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931920"/>
            <a:ext cx="3200400" cy="1645920"/>
          </a:xfrm>
          <a:prstGeom prst="roundRect">
            <a:avLst/>
          </a:prstGeom>
          <a:solidFill>
            <a:srgbClr val="10151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41148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Segoe UI"/>
              </a:defRPr>
            </a:pPr>
            <a:r>
              <a:t>NVIDIA GPU CUDA</a:t>
            </a:r>
          </a:p>
          <a:p>
            <a:pPr>
              <a:spcBef>
                <a:spcPts val="600"/>
              </a:spcBef>
              <a:defRPr sz="1100">
                <a:solidFill>
                  <a:srgbClr val="C9D1D9"/>
                </a:solidFill>
                <a:latin typeface="Segoe UI"/>
              </a:defRPr>
            </a:pPr>
            <a:r>
              <a:t>EmbeddingGemma-2 (768d)</a:t>
            </a:r>
            <a:br/>
            <a:r>
              <a:t>Zero latenza, 100% locale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931920"/>
            <a:ext cx="3200400" cy="1645920"/>
          </a:xfrm>
          <a:prstGeom prst="roundRect">
            <a:avLst/>
          </a:prstGeom>
          <a:solidFill>
            <a:srgbClr val="10151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41148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Qdrant Vector DB</a:t>
            </a:r>
          </a:p>
          <a:p>
            <a:pPr>
              <a:spcBef>
                <a:spcPts val="600"/>
              </a:spcBef>
              <a:defRPr sz="1100">
                <a:solidFill>
                  <a:srgbClr val="C9D1D9"/>
                </a:solidFill>
                <a:latin typeface="Segoe UI"/>
              </a:defRPr>
            </a:pPr>
            <a:r>
              <a:t>Database vettoriale in Docker</a:t>
            </a:r>
            <a:br/>
            <a:r>
              <a:t>HNSW indexing istantaneo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931920"/>
            <a:ext cx="3200400" cy="1645920"/>
          </a:xfrm>
          <a:prstGeom prst="roundRect">
            <a:avLst/>
          </a:prstGeom>
          <a:solidFill>
            <a:srgbClr val="10151C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41148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Grafo Obsidian</a:t>
            </a:r>
          </a:p>
          <a:p>
            <a:pPr>
              <a:spcBef>
                <a:spcPts val="600"/>
              </a:spcBef>
              <a:defRPr sz="1100">
                <a:solidFill>
                  <a:srgbClr val="C9D1D9"/>
                </a:solidFill>
                <a:latin typeface="Segoe UI"/>
              </a:defRPr>
            </a:pPr>
            <a:r>
              <a:t>Visualizzazione interattiva</a:t>
            </a:r>
            <a:br/>
            <a:r>
              <a:t>Correlazioni semantiche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Segoe UI"/>
              </a:defRPr>
            </a:pPr>
            <a:r>
              <a:t>OBIETTIVI &amp;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Visione di Progetto &amp; Interfaccia di Ingestion Ricorsiva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754880" cy="4937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🎯 Dati Non Strutturati Sotto Controllo</a:t>
            </a:r>
          </a:p>
          <a:p>
            <a:pPr>
              <a:spcBef>
                <a:spcPts val="12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✓ 100% On-Premise: </a:t>
            </a:r>
            <a:r>
              <a:rPr b="0">
                <a:solidFill>
                  <a:srgbClr val="C9D1D9"/>
                </a:solidFill>
              </a:rPr>
              <a:t>Zero dati inviati al cloud, piena aderenza GDPR e massima sovranità.</a:t>
            </a:r>
          </a:p>
          <a:p>
            <a:pPr>
              <a:spcBef>
                <a:spcPts val="12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✓ Ingestion Ricorsiva: </a:t>
            </a:r>
            <a:r>
              <a:rPr b="0">
                <a:solidFill>
                  <a:srgbClr val="C9D1D9"/>
                </a:solidFill>
              </a:rPr>
              <a:t>Scansione automatica di cartelle padre e tutte le sottocartelle preservando la gerarchia.</a:t>
            </a:r>
          </a:p>
          <a:p>
            <a:pPr>
              <a:spcBef>
                <a:spcPts val="12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✓ Parsing Ibrido Multi-Formato: </a:t>
            </a:r>
            <a:r>
              <a:rPr b="0">
                <a:solidFill>
                  <a:srgbClr val="C9D1D9"/>
                </a:solidFill>
              </a:rPr>
              <a:t>Docling + Pandas per PDF, DOCX/DOC e fogli Excel (.xlsx e .xls) complessi.</a:t>
            </a:r>
          </a:p>
          <a:p>
            <a:pPr>
              <a:spcBef>
                <a:spcPts val="12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✓ Coda &amp; Log Real-Time: </a:t>
            </a:r>
            <a:r>
              <a:rPr b="0">
                <a:solidFill>
                  <a:srgbClr val="C9D1D9"/>
                </a:solidFill>
              </a:rPr>
              <a:t>Monitoraggio live dell'avanzamento, chunking e vettorializzazione.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5699455" cy="4937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reenshot_ing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371" y="1682618"/>
            <a:ext cx="5195913" cy="36109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5486400"/>
            <a:ext cx="54251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8B949E"/>
                </a:solidFill>
                <a:latin typeface="Segoe UI"/>
              </a:defRPr>
            </a:pPr>
            <a:r>
              <a:rPr dirty="0"/>
              <a:t>📸 GUI Ingestion: Drag &amp; Drop, </a:t>
            </a:r>
            <a:r>
              <a:rPr dirty="0" err="1"/>
              <a:t>Scansione</a:t>
            </a:r>
            <a:r>
              <a:rPr dirty="0"/>
              <a:t> </a:t>
            </a:r>
            <a:r>
              <a:rPr dirty="0" err="1"/>
              <a:t>Ricorsiva</a:t>
            </a:r>
            <a:r>
              <a:rPr dirty="0"/>
              <a:t> e Coda File Real-Time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Segoe UI"/>
              </a:defRPr>
            </a:pPr>
            <a:r>
              <a:t>GUI &amp;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0F6FC"/>
                </a:solidFill>
                <a:latin typeface="Segoe UI"/>
              </a:defRPr>
            </a:pPr>
            <a:r>
              <a:t>Interfaccia Utente: Ricerca Semantica RAG &amp; Grafo di Conoscenza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🔍 1. Ricerca Semantica RAG Contestualizzata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9D1D9"/>
                </a:solidFill>
                <a:latin typeface="Segoe UI"/>
              </a:defRPr>
            </a:pPr>
            <a:r>
              <a:t>• Slider soglia minima a passo unitario (1%)</a:t>
            </a:r>
            <a:br/>
            <a:r>
              <a:t>• Scheda perimetro collezione posizionata sotto la barra di ricerca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71600"/>
            <a:ext cx="5212080" cy="4937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0975" y="150876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🕸️ 2. Obsidian Knowledge Graph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0975" y="548640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9D1D9"/>
                </a:solidFill>
                <a:latin typeface="Segoe UI"/>
              </a:defRPr>
            </a:pPr>
            <a:r>
              <a:t>• Controlli navigazione in alto (Zoom In/Out, Fit-to-screen)</a:t>
            </a:r>
            <a:br/>
            <a:r>
              <a:t>• Connessioni pesate da similarità coseno tra documenti e chunk</a:t>
            </a:r>
          </a:p>
        </p:txBody>
      </p:sp>
      <p:pic>
        <p:nvPicPr>
          <p:cNvPr id="13" name="Immagin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720" y="1848974"/>
            <a:ext cx="5012830" cy="3400311"/>
          </a:xfrm>
          <a:prstGeom prst="rect">
            <a:avLst/>
          </a:prstGeom>
        </p:spPr>
      </p:pic>
      <p:pic>
        <p:nvPicPr>
          <p:cNvPr id="14" name="Immagin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135" y="1965960"/>
            <a:ext cx="4987682" cy="33217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203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Segoe UI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subject/>
  <dc:creator/>
  <cp:keywords/>
  <dc:description>generated using python-pptx</dc:description>
  <cp:lastModifiedBy>AdT</cp:lastModifiedBy>
  <cp:revision>2</cp:revision>
  <dcterms:created xsi:type="dcterms:W3CDTF">2013-01-27T09:14:16Z</dcterms:created>
  <dcterms:modified xsi:type="dcterms:W3CDTF">2026-10-31T10:16:51Z</dcterms:modified>
  <cp:category/>
</cp:coreProperties>
</file>